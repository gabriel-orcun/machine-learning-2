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— Détection d'anomalies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districts économiquement incohérents à l'aide de DBSCAN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DBSCAN — clustering basé sur la densité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6400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économiquement incohérents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ceux dont le niveau d'adoption des bus électriques ne suit pas leur capacité économique.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profils particulièrement intéressants pour le métier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Districts riches mais qui n'investissent pas → gros potentiel commercial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Districts pauvres qui investissent quand même → références à valoriser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4114800" cy="36576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7373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Quels districts se comportent de manière atypique par rapport à la corrélation attendue entre richesse et électrification ? 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370332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 supervisée — on identifie les points qui s'écartent du comportement majoritaire).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algorithme de clustering basé sur la densité, capable d'étiqueter nativement les points isolés comme anomalies.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12 837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scolaires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socio-économiques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(z-scores standardisés)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1 %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attendues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(taux typique en détection)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variables utilisées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109728" cy="29260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3i. % flotte électrique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3375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parc de bus déjà électrifiés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703320"/>
            <a:ext cx="109728" cy="29260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4f. Revenu médian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703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économique du district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069080"/>
            <a:ext cx="109728" cy="29260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4g. % pauvreté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0690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population sous le seuil de pauvreté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11247120" cy="12801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déjà préparées (z-scores standardisés)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variables sont centrées-réduites : moyenne = 0, écart-type = 1.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standardisation est indispensable pour DBSCAN, qui repose sur des distances euclidiennes : sans elle, la variable au plus grand écart-type écraserait les autres.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2860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unique : standardisation (déjà appliquée en amont)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 données </a:t>
            </a:r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anomalies.csv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livré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standardisé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pour chaque variable, on a soustrait la moyenne et divisé par l'écart-type. Résultat : moyenne 0, écart-type 1 pour chacune des 3 variables.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indispensable pour DBSCAN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calcule des distances euclidiennes entre points. Sans standardisation, la variable à plus grand écart-type (le revenu, en milliers) écraserait totalement les autres (en pourcentages). Aucune autre transformation n'est nécessaire — le jeu est prêt pour DBSCAN.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247120" cy="14630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749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sur les valeurs extrêmes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% flotte électrique » contient quelques valeurs très élevées — jusqu'à +89 σ.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erreurs de saisie dans la source (pourcentages &gt; 100 %).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on ne les supprime pas — DBSCAN va naturellement les détecter comme anomalies, c'est précisément ce qu'on cherche.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3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 </a:t>
            </a:r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anomalies.csv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(12 837 districts × 3 variables) — fichier d'entraînement demandé par le sujet.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L'algorithme DBSCAN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Density-Based Spatial Clustering of Applications with Noise. Algorithme de clustering basé sur la densité, parfait pour la détection d'anomalies.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trois types de points (cours, ch. 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central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possède au moins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MinPts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points dans son rayon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(lui-même inclus). Cœur d'un cluster.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frontière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n'est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mais se trouve dans le rayon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d'un point central. Bord d'un cluster.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bruit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n'est ni central, ni frontière : aucun point central dans son rayon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Étiquette -1 → anomalie.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connecte les points centraux voisins en clusters, on rattache les frontières au cluster d'un central proche, et on isole les bruits.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K-means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fixé avant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déterminé automatiquement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gérés (force l'assignation)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étiquette -1 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sphériques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quelconques (densité)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init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min_samples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46520" y="5074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DBSCAN est le seul à étiqueter nativement les anomalies, ce qui en fait l'algorithme de référence pour notre tâche.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Choix de eps — méthode du k-distance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calcule la distance au k-ième voisin de chaque point, on trie, et on cherche le « coude » : là où la densité change brusquement, on a notre eps.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8580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Users\Ilyann\Desktop\Efrei\machine_learning2\Machine-learning-2\TP5\presentation\_build\k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600200"/>
            <a:ext cx="425196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du graphe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19456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k = min_samples = 10.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95 % des points ont leur 10e voisin à distance &lt; 0,25.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coude apparaît autour de eps ≈ 0,5.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Au-delà, les points sont isolés — futurs outliers.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Choix : eps = 0,5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Affiné ensuite par une grille eps × min_samples.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Réglage fin — grille eps × min_samples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teste plusieurs combinaisons autour du coude. Critère : un taux d'anomalies raisonnable (typiquement entre 0,5 % et 5 %).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1828800"/>
                <a:gridCol w="128016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détectés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sensible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retenu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conservateur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91640"/>
            <a:ext cx="3794760" cy="40233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1828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: eps = 0,5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240280"/>
            <a:ext cx="3520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avec le coude du k-distance graph.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outliers détectés (0,8 %), proportion raisonnable.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principal contenant 99,2 % des districts.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10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empirique : ≥ 2 × dim (ici 2 × 3 = 6, on prend 10 pour plus de robustesse).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4d.  Résultats — 108 anomalies détectées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détectés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(0,8 % du dataset)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12 729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dans le cluster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(99,2 %)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métier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6858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:\Users\Ilyann\Desktop\Efrei\machine_learning2\Machine-learning-2\TP5\presentation\_build\scatter_outl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6675120" cy="29260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498080" y="2743200"/>
            <a:ext cx="4251960" cy="3017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8096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du scatter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0" y="32918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bleus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12 729 districts du cluster principal — comportement attendu.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rouges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108 anomalies isolées par DBSCAN.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voit nettement les anomalies aux extrémités du nuage — districts atypiques sur au moins une des 3 variables.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4e.  Catégorisation métier des anomalies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108 outliers ne sont pas tous équivalents pour le métier — on les classe selon le sens des écarts observés.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28016" cy="196596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Riches sous-investis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districts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 élevé + % électrique faible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avec capacité économique mais peu d'investissement dans la flotte électrique.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02920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36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forte cible commerciale — gros potentiel d'achat.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00200"/>
            <a:ext cx="128016" cy="196596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Pauvres pionniers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districts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 faible OU pauvreté élevée + % électrique élevé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défavorisés qui ont réussi à investir malgré tout — souvent grâce aux subventions.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063240"/>
            <a:ext cx="5029200" cy="1828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36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référence à mettre en avant dans la démarche commerciale.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49040"/>
            <a:ext cx="128016" cy="196596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Sur-électrifiés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districts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électrique anormalement élevé (&gt; 5 σ)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très extrêmes, probablement erreurs de saisie dans la source (% &gt; 100 %).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212080"/>
            <a:ext cx="5029200" cy="18288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285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à vérifier dans le pipeline de données amont.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749040"/>
            <a:ext cx="128016" cy="1965960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Profils rares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51560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districts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Autres combinaisons atypiques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4663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multidimensionnelles qui ne rentrent dans aucune des catégories ci-dessus.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5212080"/>
            <a:ext cx="5029200" cy="18288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5285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à analyser au cas par cas.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4f.  Isolation Forest en bref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algorithme de détection d'anomalies, utilisé pour valider les résultats de DBSCAN. Approche radicalement différente, fondée sur des arbres aléatoires.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isoler par découpages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Construire de nombreux arbres aléatoires qui découpent l'espace par des coupes successives sur les variables.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Mesurer combien de coupes il faut pour isoler chaque point.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Les anomalies sont isolées en peu de coupes (elles sont « à part »), les points normaux en demandent beaucoup.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 : 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calculer des distances — donc plus rapide et scalable que DBSCAN sur de gros volumes.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DBSCAN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14500"/>
                <a:gridCol w="17145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densité (voisinage)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arbres aléatoires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(euclidienne)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à fixer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(eps + min_s)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(contamination)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bonne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029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logiques opposées : la convergence des deux méthodes sur un même point renforce la fiabilité de la détection.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4g.  Comparaison sur nos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applique les deux algorithmes aux mêmes données avec le même taux d'anomalies (~0,8 %), et on mesure leur accord par l'indice de Jaccard.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0" cy="38862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0,649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Jaccard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l'accord entre 2 ensembles d'anomalies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aucun accord   ·   1 = identique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 accord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71323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828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Détail de la comparaison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6720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    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108 anomalies détectées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IsolationF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108 anomalies détectées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Communes aux deux      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Uniquement DBSCAN      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Uniquement IsolationF  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23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algorithmes de logiques opposées (densité vs arbres) identifient </a:t>
            </a:r>
            <a:pPr indent="0" marL="0"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anomalies communes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131 anomalies au total — soit un indice de Jaccard de 0,649. Les 85 anomalies détectées par les deux méthodes sont les plus fiables.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164592" cy="64008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k-distance graph pour calibrer eps (0,5)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eps × min_samples — 18 combinaisons testées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anomalies détectées (0,8 %, taux raisonnable)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par Isolation Forest (Jaccard 0,65)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sensible au choix de eps — un mauvais réglage sur/sous-détecte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amont (% &gt; 100 %) à corriger dans le pipeline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combiner DBSCAN + Isolation Forest pour une détection robuste (intersection des résultats = 85 anomalies certaines)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DBSCAN (eps = 0,5, min_samples = 10)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anomalies   ·   4 catégories métier   ·   85 confirmées par Isolation Forest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5 : Détection d'anomalies (DBSCAN)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5 — Détection d'anomalies (DBSCAN)</dc:title>
  <dc:subject>PptxGenJS Presentation</dc:subject>
  <dc:creator>Equipe ML II</dc:creator>
  <cp:lastModifiedBy>Equipe ML II</cp:lastModifiedBy>
  <cp:revision>1</cp:revision>
  <dcterms:created xsi:type="dcterms:W3CDTF">2026-05-27T17:19:11Z</dcterms:created>
  <dcterms:modified xsi:type="dcterms:W3CDTF">2026-05-27T17:19:11Z</dcterms:modified>
</cp:coreProperties>
</file>